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  <a:latin typeface="Arial"/>
              </a:defRPr>
            </a:pPr>
            <a:r>
              <a:t>BrainBlitz ⚡</a:t>
            </a:r>
          </a:p>
          <a:p>
            <a:pPr>
              <a:spcBef>
                <a:spcPts val="1000"/>
              </a:spcBef>
              <a:defRPr sz="2200">
                <a:solidFill>
                  <a:srgbClr val="38BDF8"/>
                </a:solidFill>
                <a:latin typeface="Arial"/>
              </a:defRPr>
            </a:pPr>
            <a:r>
              <a:t>Next-Gen Interactive Educational Quiz &amp; Diagram Game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728655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/>
          </a:p>
          <a:p>
            <a:pPr>
              <a:spcAft>
                <a:spcPts val="1200"/>
              </a:spcAft>
              <a:defRPr b="1" sz="1500">
                <a:solidFill>
                  <a:srgbClr val="34D399"/>
                </a:solidFill>
                <a:latin typeface="Arial"/>
              </a:defRPr>
            </a:pPr>
            <a:r>
              <a:t>🚀 Live Application URL: </a:t>
            </a:r>
            <a:r>
              <a:rPr b="0" sz="1500">
                <a:solidFill>
                  <a:srgbClr val="F8FAFC"/>
                </a:solidFill>
              </a:rPr>
              <a:t>https://brainblitz-23d97.web.app/</a:t>
            </a:r>
          </a:p>
          <a:p>
            <a:pPr>
              <a:spcAft>
                <a:spcPts val="1200"/>
              </a:spcAft>
              <a:defRPr b="1" sz="1500">
                <a:solidFill>
                  <a:srgbClr val="818CF8"/>
                </a:solidFill>
                <a:latin typeface="Arial"/>
              </a:defRPr>
            </a:pPr>
            <a:r>
              <a:t>🤖 Powered by AI Toolchain: </a:t>
            </a:r>
            <a:r>
              <a:rPr b="0" sz="1500">
                <a:solidFill>
                  <a:srgbClr val="F8FAFC"/>
                </a:solidFill>
              </a:rPr>
              <a:t>NVIDIA Nemotron 3.5 (via OpenRouter) &amp; Cline Agent in VS Code</a:t>
            </a:r>
          </a:p>
          <a:p>
            <a:pPr>
              <a:spcAft>
                <a:spcPts val="1200"/>
              </a:spcAft>
              <a:defRPr b="1" sz="1500">
                <a:solidFill>
                  <a:srgbClr val="F8FAFC"/>
                </a:solidFill>
                <a:latin typeface="Arial"/>
              </a:defRPr>
            </a:pPr>
            <a:r>
              <a:t>📚 Multi-Disciplinary Learning: </a:t>
            </a:r>
            <a:r>
              <a:rPr b="0" sz="1500">
                <a:solidFill>
                  <a:srgbClr val="F8FAFC"/>
                </a:solidFill>
              </a:rPr>
              <a:t>Biology, Chemistry, Physics, OS, DBMS, Computer Networks &amp; Software Eng.</a:t>
            </a:r>
          </a:p>
          <a:p>
            <a:pPr>
              <a:spcAft>
                <a:spcPts val="1200"/>
              </a:spcAft>
              <a:defRPr b="1" sz="1500">
                <a:solidFill>
                  <a:srgbClr val="38BDF8"/>
                </a:solidFill>
                <a:latin typeface="Arial"/>
              </a:defRPr>
            </a:pPr>
            <a:r>
              <a:t>💡 Developed By: </a:t>
            </a:r>
            <a:r>
              <a:rPr b="0" sz="1500">
                <a:solidFill>
                  <a:srgbClr val="F8FAFC"/>
                </a:solidFill>
              </a:rPr>
              <a:t>Khalid Ansari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Summary &amp; Core Game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b="1" sz="1700">
                <a:solidFill>
                  <a:srgbClr val="38BDF8"/>
                </a:solidFill>
                <a:latin typeface="Arial"/>
              </a:defRPr>
            </a:pPr>
            <a:r>
              <a:t>🎓 7 STEM &amp; Computer Subjects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Comprehensive interactive quizzes spanning Biology, Chemistry, Physics, OS, DBMS, Computer Networks, and Software Engineering.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b="1" sz="1700">
                <a:solidFill>
                  <a:srgbClr val="818CF8"/>
                </a:solidFill>
                <a:latin typeface="Arial"/>
              </a:defRPr>
            </a:pPr>
            <a:r>
              <a:t>⚡ 5 Engaging Game Modes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Includes Label Rush (Drag &amp; Drop), Sequence Snap (Workflow ordering), Spot the Fault (Error finding), Match Links, &amp; Speed Blitz (30s MCQ).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b="1" sz="1700">
                <a:solidFill>
                  <a:srgbClr val="34D399"/>
                </a:solidFill>
                <a:latin typeface="Arial"/>
              </a:defRPr>
            </a:pPr>
            <a:r>
              <a:t>🎨 Modern Tech &amp; UI/UX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Built with React 19, Vite, Tailwind CSS, Lucide Icons, and Canvas Confetti for gamified feedback and dynamic micro-animations.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b="1" sz="1700">
                <a:solidFill>
                  <a:srgbClr val="F43F5E"/>
                </a:solidFill>
                <a:latin typeface="Arial"/>
              </a:defRPr>
            </a:pPr>
            <a:r>
              <a:t>🚀 Production Cloud Deployment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Fully optimized production build deployed to Firebase Hosting with global low-latency CDN distribution.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AI Development Stack &amp; Tech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b="1" sz="1700">
                <a:solidFill>
                  <a:srgbClr val="38BDF8"/>
                </a:solidFill>
                <a:latin typeface="Arial"/>
              </a:defRPr>
            </a:pPr>
            <a:r>
              <a:t>🤖 Nemotron 3.5 AI Model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Model: </a:t>
            </a:r>
            <a:r>
              <a:rPr b="0">
                <a:solidFill>
                  <a:srgbClr val="94A3B8"/>
                </a:solidFill>
              </a:rPr>
              <a:t>NVIDIA Nemotron 3.5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Role: </a:t>
            </a:r>
            <a:r>
              <a:rPr b="0">
                <a:solidFill>
                  <a:srgbClr val="94A3B8"/>
                </a:solidFill>
              </a:rPr>
              <a:t>High-Reasoning LLM for code logic, component architecture, and complex game state design.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Capabilities: </a:t>
            </a:r>
            <a:r>
              <a:rPr b="0">
                <a:solidFill>
                  <a:srgbClr val="94A3B8"/>
                </a:solidFill>
              </a:rPr>
              <a:t>Exceptional structured JSON output generation, SVG diagram mapping, and fast context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b="1" sz="1700">
                <a:solidFill>
                  <a:srgbClr val="818CF8"/>
                </a:solidFill>
                <a:latin typeface="Arial"/>
              </a:defRPr>
            </a:pPr>
            <a:r>
              <a:t>⚡ OpenRouter &amp; Cline Agent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Environment: </a:t>
            </a:r>
            <a:r>
              <a:rPr b="0">
                <a:solidFill>
                  <a:srgbClr val="94A3B8"/>
                </a:solidFill>
              </a:rPr>
              <a:t>VS Code + Cline Agent Extension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Gateway: </a:t>
            </a:r>
            <a:r>
              <a:rPr b="0">
                <a:solidFill>
                  <a:srgbClr val="94A3B8"/>
                </a:solidFill>
              </a:rPr>
              <a:t>OpenRouter API Platform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Workflow: </a:t>
            </a:r>
            <a:r>
              <a:rPr b="0">
                <a:solidFill>
                  <a:srgbClr val="94A3B8"/>
                </a:solidFill>
              </a:rPr>
              <a:t>Autonomous multi-file editing, terminal command execution, and rapid iterative debugging.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Efficiency: </a:t>
            </a:r>
            <a:r>
              <a:rPr b="0">
                <a:solidFill>
                  <a:srgbClr val="94A3B8"/>
                </a:solidFill>
              </a:rPr>
              <a:t>Accelerated development lifecycle from hours to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b="1" sz="1700">
                <a:solidFill>
                  <a:srgbClr val="34D399"/>
                </a:solidFill>
                <a:latin typeface="Arial"/>
              </a:defRPr>
            </a:pPr>
            <a:r>
              <a:t>🌐 Web &amp; Cloud Stack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Frontend Framework: </a:t>
            </a:r>
            <a:r>
              <a:rPr b="0">
                <a:solidFill>
                  <a:srgbClr val="94A3B8"/>
                </a:solidFill>
              </a:rPr>
              <a:t>React 19 + Vite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Styling &amp; Design: </a:t>
            </a:r>
            <a:r>
              <a:rPr b="0">
                <a:solidFill>
                  <a:srgbClr val="94A3B8"/>
                </a:solidFill>
              </a:rPr>
              <a:t>Tailwind CSS + Glassmorphism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Animations: </a:t>
            </a:r>
            <a:r>
              <a:rPr b="0">
                <a:solidFill>
                  <a:srgbClr val="94A3B8"/>
                </a:solidFill>
              </a:rPr>
              <a:t>Canvas Confetti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Hosting &amp; CDN: </a:t>
            </a:r>
            <a:r>
              <a:rPr b="0">
                <a:solidFill>
                  <a:srgbClr val="94A3B8"/>
                </a:solidFill>
              </a:rPr>
              <a:t>Firebase Hosting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  <a:latin typeface="Arial"/>
              </a:defRPr>
            </a:pPr>
            <a:r>
              <a:t>• Version Control: </a:t>
            </a:r>
            <a:r>
              <a:rPr b="0">
                <a:solidFill>
                  <a:srgbClr val="94A3B8"/>
                </a:solidFill>
              </a:rPr>
              <a:t>Git &amp; GitHub Repository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INTEGRATION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How Nemotron 3.5 Was Accessed via OpenRouter &amp; Cline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b="1" sz="1500">
                <a:solidFill>
                  <a:srgbClr val="38BDF8"/>
                </a:solidFill>
                <a:latin typeface="Arial"/>
              </a:defRPr>
            </a:pPr>
            <a:r>
              <a:t>Step 1: OpenRouter API Key Setup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Obtained API Key from OpenRouter platform enabling unified access to NVIDIA Nemotron 3.5 LLM endpoints.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6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b="1" sz="1500">
                <a:solidFill>
                  <a:srgbClr val="818CF8"/>
                </a:solidFill>
                <a:latin typeface="Arial"/>
              </a:defRPr>
            </a:pPr>
            <a:r>
              <a:t>Step 2: Cline Extension Configuration in VS Code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Configured VS Code's Cline Agent with OpenRouter provider settings, setting Model ID to 'nvidia/nemotron-3.5'.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b="1" sz="1500">
                <a:solidFill>
                  <a:srgbClr val="34D399"/>
                </a:solidFill>
                <a:latin typeface="Arial"/>
              </a:defRPr>
            </a:pPr>
            <a:r>
              <a:t>Step 3: Prompt Engineering &amp; Prompt Routing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Formulated high-context system prompts for interactive UI components, state management, and diagram data 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286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b="1" sz="1500">
                <a:solidFill>
                  <a:srgbClr val="F43F5E"/>
                </a:solidFill>
                <a:latin typeface="Arial"/>
              </a:defRPr>
            </a:pPr>
            <a:r>
              <a:t>Step 4: Autonomous Execution &amp; Deployment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Cline + Nemotron 3.5 generated React components, debugged logic, built dist bundle, and executed Firebase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DEPLOYMENT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Live Web Deployment &amp; Future AI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b="1" sz="1800">
                <a:solidFill>
                  <a:srgbClr val="34D399"/>
                </a:solidFill>
                <a:latin typeface="Arial"/>
              </a:defRPr>
            </a:pPr>
            <a:r>
              <a:t>🌐 Live Production Status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Hosting Platform: </a:t>
            </a:r>
            <a:r>
              <a:rPr b="0">
                <a:solidFill>
                  <a:srgbClr val="94A3B8"/>
                </a:solidFill>
              </a:rPr>
              <a:t>Firebase Hosting (Google Cloud)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Live URL: </a:t>
            </a:r>
            <a:r>
              <a:rPr b="0">
                <a:solidFill>
                  <a:srgbClr val="38BDF8"/>
                </a:solidFill>
              </a:rPr>
              <a:t>https://brainblitz-23d97.web.app/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Build System: </a:t>
            </a:r>
            <a:r>
              <a:rPr b="0">
                <a:solidFill>
                  <a:srgbClr val="94A3B8"/>
                </a:solidFill>
              </a:rPr>
              <a:t>Vite 8.2 + Rollup production bundle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Global Latency: </a:t>
            </a:r>
            <a:r>
              <a:rPr b="0">
                <a:solidFill>
                  <a:srgbClr val="94A3B8"/>
                </a:solidFill>
              </a:rPr>
              <a:t>&lt; 50ms worldwide via Firebase CDN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Status: </a:t>
            </a:r>
            <a:r>
              <a:rPr b="0">
                <a:solidFill>
                  <a:srgbClr val="94A3B8"/>
                </a:solidFill>
              </a:rPr>
              <a:t>Live &amp; Fully Operational 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5081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b="1" sz="1800">
                <a:solidFill>
                  <a:srgbClr val="818CF8"/>
                </a:solidFill>
                <a:latin typeface="Arial"/>
              </a:defRPr>
            </a:pPr>
            <a:r>
              <a:t>🔮 Future Enhancements Roadmap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🏆 Global Leaderboard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Integration with Firebase Firestore &amp; Authentication for real-time multiplayer scoring.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🧠 Dynamic AI Quiz Generator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Real-time question generation powered by Nemotron 3.5 API based on user topic input.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📱 PWA &amp; Mobile App Support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Offline quiz capability and installable Progressive Web Application.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📊 Analytics Dashboard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Detailed performance tracking &amp; mastery reports for students and educators.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